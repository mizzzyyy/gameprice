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9776" y="1626749"/>
            <a:ext cx="3584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GamePrice</a:t>
            </a:r>
            <a:r>
              <a:rPr dirty="0"/>
              <a:t> Watcher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536448"/>
            <a:ext cx="8229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DF3"/>
                </a:solidFill>
              </a:defRPr>
            </a:pPr>
            <a:r>
              <a:rPr dirty="0"/>
              <a:t>Telegram-</a:t>
            </a:r>
            <a:r>
              <a:rPr dirty="0" err="1"/>
              <a:t>бот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</a:t>
            </a:r>
            <a:r>
              <a:rPr dirty="0" err="1"/>
              <a:t>цен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игры</a:t>
            </a:r>
            <a:endParaRPr dirty="0"/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 err="1"/>
              <a:t>Выполнил</a:t>
            </a:r>
            <a:r>
              <a:rPr lang="ru-RU" dirty="0"/>
              <a:t>и: Богданов Александр, Комиссаров Илья, Князев Дмитрий, Сидоренко Дарья</a:t>
            </a:r>
            <a:endParaRPr dirty="0"/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 err="1"/>
              <a:t>Группа</a:t>
            </a:r>
            <a:r>
              <a:rPr dirty="0"/>
              <a:t>: </a:t>
            </a:r>
            <a:r>
              <a:rPr lang="ru-RU" dirty="0"/>
              <a:t>Б-ИСиТ-21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71016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Актуальность</a:t>
            </a:r>
            <a:r>
              <a:rPr dirty="0"/>
              <a:t> и </a:t>
            </a:r>
            <a:r>
              <a:rPr dirty="0" err="1"/>
              <a:t>проблема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221992"/>
            <a:ext cx="645566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</a:t>
            </a:r>
            <a:r>
              <a:rPr dirty="0" err="1"/>
              <a:t>Цены</a:t>
            </a:r>
            <a:r>
              <a:rPr dirty="0"/>
              <a:t> </a:t>
            </a:r>
            <a:r>
              <a:rPr dirty="0" err="1"/>
              <a:t>разбросаны</a:t>
            </a:r>
            <a:r>
              <a:rPr dirty="0"/>
              <a:t>: Steam, </a:t>
            </a:r>
            <a:r>
              <a:rPr dirty="0" err="1"/>
              <a:t>ключи</a:t>
            </a:r>
            <a:r>
              <a:rPr dirty="0"/>
              <a:t>, RU-</a:t>
            </a:r>
            <a:r>
              <a:rPr dirty="0" err="1"/>
              <a:t>магазины</a:t>
            </a:r>
            <a:endParaRPr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валюты</a:t>
            </a:r>
            <a:r>
              <a:rPr dirty="0"/>
              <a:t> и </a:t>
            </a:r>
            <a:r>
              <a:rPr dirty="0" err="1"/>
              <a:t>региональные</a:t>
            </a:r>
            <a:r>
              <a:rPr dirty="0"/>
              <a:t> </a:t>
            </a:r>
            <a:r>
              <a:rPr dirty="0" err="1"/>
              <a:t>ограничения</a:t>
            </a:r>
            <a:endParaRPr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единого</a:t>
            </a:r>
            <a:r>
              <a:rPr dirty="0"/>
              <a:t> </a:t>
            </a:r>
            <a:r>
              <a:rPr dirty="0" err="1"/>
              <a:t>инструмента</a:t>
            </a:r>
            <a:r>
              <a:rPr dirty="0"/>
              <a:t> в </a:t>
            </a:r>
            <a:r>
              <a:rPr dirty="0" err="1"/>
              <a:t>мессенджере</a:t>
            </a:r>
            <a:endParaRPr dirty="0"/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  <a:p>
            <a:pPr>
              <a:defRPr sz="2200" b="1">
                <a:solidFill>
                  <a:srgbClr val="58A6FF"/>
                </a:solidFill>
              </a:defRPr>
            </a:pPr>
            <a:r>
              <a:rPr dirty="0" err="1"/>
              <a:t>Идея</a:t>
            </a:r>
            <a:r>
              <a:rPr dirty="0"/>
              <a:t>: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бот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сравнение</a:t>
            </a:r>
            <a:r>
              <a:rPr dirty="0"/>
              <a:t>, </a:t>
            </a:r>
            <a:r>
              <a:rPr dirty="0" err="1"/>
              <a:t>уведомления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620" y="1059577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Цель</a:t>
            </a:r>
            <a:r>
              <a:rPr dirty="0"/>
              <a:t> и </a:t>
            </a:r>
            <a:r>
              <a:rPr dirty="0" err="1"/>
              <a:t>задачи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D47CD-1D04-C14B-68C9-35CD851CEF27}"/>
              </a:ext>
            </a:extLst>
          </p:cNvPr>
          <p:cNvSpPr txBox="1"/>
          <p:nvPr/>
        </p:nvSpPr>
        <p:spPr>
          <a:xfrm>
            <a:off x="388620" y="2156857"/>
            <a:ext cx="854964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D8D8D8"/>
                </a:solidFill>
                <a:effectLst/>
                <a:latin typeface="+mj-lt"/>
              </a:rPr>
              <a:t> </a:t>
            </a:r>
            <a:r>
              <a:rPr lang="ru-RU" b="1" i="0" dirty="0">
                <a:solidFill>
                  <a:srgbClr val="D8D8D8"/>
                </a:solidFill>
                <a:effectLst/>
                <a:latin typeface="+mj-lt"/>
              </a:rPr>
              <a:t>Узнать цену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 — 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Steam (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РФ/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US), 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зарубежные ключи (</a:t>
            </a:r>
            <a:r>
              <a:rPr lang="en-US" b="0" i="0" dirty="0" err="1">
                <a:solidFill>
                  <a:srgbClr val="D8D8D8"/>
                </a:solidFill>
                <a:effectLst/>
                <a:latin typeface="+mj-lt"/>
              </a:rPr>
              <a:t>CheapShark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), 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российские площадки (</a:t>
            </a:r>
            <a:r>
              <a:rPr lang="en-US" b="0" i="0" dirty="0" err="1">
                <a:solidFill>
                  <a:srgbClr val="D8D8D8"/>
                </a:solidFill>
                <a:effectLst/>
                <a:latin typeface="+mj-lt"/>
              </a:rPr>
              <a:t>Kupikod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, Plati, GGSEL, </a:t>
            </a:r>
            <a:r>
              <a:rPr lang="en-US" b="0" i="0" dirty="0" err="1">
                <a:solidFill>
                  <a:srgbClr val="D8D8D8"/>
                </a:solidFill>
                <a:effectLst/>
                <a:latin typeface="+mj-lt"/>
              </a:rPr>
              <a:t>Steambuy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).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D8D8D8"/>
                </a:solidFill>
                <a:effectLst/>
                <a:latin typeface="+mj-lt"/>
              </a:rPr>
              <a:t> </a:t>
            </a:r>
            <a:r>
              <a:rPr lang="ru-RU" b="1" i="0" dirty="0">
                <a:solidFill>
                  <a:srgbClr val="D8D8D8"/>
                </a:solidFill>
                <a:effectLst/>
                <a:latin typeface="+mj-lt"/>
              </a:rPr>
              <a:t>Отслеживать </a:t>
            </a:r>
            <a:r>
              <a:rPr lang="en-US" b="1" i="0" dirty="0" err="1">
                <a:solidFill>
                  <a:srgbClr val="D8D8D8"/>
                </a:solidFill>
                <a:effectLst/>
                <a:latin typeface="+mj-lt"/>
              </a:rPr>
              <a:t>wishlist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 — /add 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с порогом в ₽; раз в 2 часа проверка и уведомление при снижении.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D8D8D8"/>
                </a:solidFill>
                <a:effectLst/>
                <a:latin typeface="+mj-lt"/>
              </a:rPr>
              <a:t> </a:t>
            </a:r>
            <a:r>
              <a:rPr lang="ru-RU" b="1" i="0" dirty="0">
                <a:solidFill>
                  <a:srgbClr val="D8D8D8"/>
                </a:solidFill>
                <a:effectLst/>
                <a:latin typeface="+mj-lt"/>
              </a:rPr>
              <a:t>Смотреть историю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 — график 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matplotlib 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по накопленным точкам.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D8D8D8"/>
                </a:solidFill>
                <a:effectLst/>
                <a:latin typeface="+mj-lt"/>
              </a:rPr>
              <a:t> </a:t>
            </a:r>
            <a:r>
              <a:rPr lang="ru-RU" b="1" i="0" dirty="0">
                <a:solidFill>
                  <a:srgbClr val="D8D8D8"/>
                </a:solidFill>
                <a:effectLst/>
                <a:latin typeface="+mj-lt"/>
              </a:rPr>
              <a:t>Получать раздачи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 — 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Epic + Steam free weekend (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раз в сутки).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D8D8D8"/>
                </a:solidFill>
                <a:effectLst/>
                <a:latin typeface="+mj-lt"/>
              </a:rPr>
              <a:t> </a:t>
            </a:r>
            <a:r>
              <a:rPr lang="ru-RU" b="1" i="0" dirty="0">
                <a:solidFill>
                  <a:srgbClr val="D8D8D8"/>
                </a:solidFill>
                <a:effectLst/>
                <a:latin typeface="+mj-lt"/>
              </a:rPr>
              <a:t>Следить за патчами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 — /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favorite &lt;</a:t>
            </a:r>
            <a:r>
              <a:rPr lang="en-US" b="0" i="0" dirty="0" err="1">
                <a:solidFill>
                  <a:srgbClr val="D8D8D8"/>
                </a:solidFill>
                <a:effectLst/>
                <a:latin typeface="+mj-lt"/>
              </a:rPr>
              <a:t>AppID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&gt; + RSS 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новостей </a:t>
            </a:r>
            <a:r>
              <a:rPr lang="en-US" b="0" i="0" dirty="0">
                <a:solidFill>
                  <a:srgbClr val="D8D8D8"/>
                </a:solidFill>
                <a:effectLst/>
                <a:latin typeface="+mj-lt"/>
              </a:rPr>
              <a:t>Steam (</a:t>
            </a:r>
            <a:r>
              <a:rPr lang="ru-RU" b="0" i="0" dirty="0">
                <a:solidFill>
                  <a:srgbClr val="D8D8D8"/>
                </a:solidFill>
                <a:effectLst/>
                <a:latin typeface="+mj-lt"/>
              </a:rPr>
              <a:t>раз в 6 часов).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10058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стек</a:t>
            </a:r>
            <a:endParaRPr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63F1319-B6D0-52F2-0896-C927F2520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78684"/>
              </p:ext>
            </p:extLst>
          </p:nvPr>
        </p:nvGraphicFramePr>
        <p:xfrm>
          <a:off x="457200" y="2202180"/>
          <a:ext cx="8229600" cy="2453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787355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117501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b="1" dirty="0">
                          <a:effectLst/>
                        </a:rPr>
                        <a:t>Компонент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b="1">
                          <a:effectLst/>
                        </a:rPr>
                        <a:t>Библиотека / сервис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92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</a:rPr>
                        <a:t>Telegram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aiogram 3</a:t>
                      </a:r>
                      <a:r>
                        <a:rPr lang="en-US">
                          <a:effectLst/>
                        </a:rPr>
                        <a:t> (polling, FSM, HTML)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90688"/>
                  </a:ext>
                </a:extLst>
              </a:tr>
              <a:tr h="106839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</a:rPr>
                        <a:t>HTTP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aiohttp</a:t>
                      </a:r>
                      <a:r>
                        <a:rPr lang="en-US">
                          <a:effectLst/>
                        </a:rPr>
                        <a:t> (async)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35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>
                          <a:effectLst/>
                        </a:rPr>
                        <a:t>БД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SQLite</a:t>
                      </a:r>
                      <a:r>
                        <a:rPr lang="en-US">
                          <a:effectLst/>
                        </a:rPr>
                        <a:t> + </a:t>
                      </a:r>
                      <a:r>
                        <a:rPr lang="en-US" b="1">
                          <a:effectLst/>
                        </a:rPr>
                        <a:t>aiosqlite</a:t>
                      </a:r>
                      <a:endParaRPr lang="en-US">
                        <a:effectLst/>
                      </a:endParaRP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87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 dirty="0">
                          <a:effectLst/>
                        </a:rPr>
                        <a:t>Планировщик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APScheduler</a:t>
                      </a:r>
                      <a:r>
                        <a:rPr lang="en-US">
                          <a:effectLst/>
                        </a:rPr>
                        <a:t> (AsyncIOScheduler)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82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 dirty="0">
                          <a:effectLst/>
                        </a:rPr>
                        <a:t>Графики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matplotlib</a:t>
                      </a:r>
                      <a:endParaRPr lang="en-US">
                        <a:effectLst/>
                      </a:endParaRP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>
                          <a:effectLst/>
                        </a:rPr>
                        <a:t>Конфиг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python-</a:t>
                      </a:r>
                      <a:r>
                        <a:rPr lang="en-US" b="1" dirty="0" err="1">
                          <a:effectLst/>
                        </a:rPr>
                        <a:t>dotenv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en-US" dirty="0">
                          <a:effectLst/>
                          <a:latin typeface="+mj-lt"/>
                        </a:rPr>
                        <a:t>(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.env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68580" marR="6858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361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6888" y="374904"/>
            <a:ext cx="2459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Архитектура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12AEDF-2A05-F25E-AE20-65B107401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64" y="1261872"/>
            <a:ext cx="5870271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Источники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</a:t>
            </a:r>
            <a:r>
              <a:rPr dirty="0" err="1"/>
              <a:t>CheapShark</a:t>
            </a:r>
            <a:r>
              <a:rPr dirty="0"/>
              <a:t> — </a:t>
            </a:r>
            <a:r>
              <a:rPr dirty="0" err="1"/>
              <a:t>ключи</a:t>
            </a:r>
            <a:r>
              <a:rPr dirty="0"/>
              <a:t> (USD → ₽, </a:t>
            </a:r>
            <a:r>
              <a:rPr dirty="0" err="1"/>
              <a:t>курс</a:t>
            </a:r>
            <a:r>
              <a:rPr dirty="0"/>
              <a:t> ЦБ)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Steam Store API — RU / US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Plati — XML API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• </a:t>
            </a:r>
            <a:r>
              <a:rPr dirty="0" err="1"/>
              <a:t>Kupikod</a:t>
            </a:r>
            <a:r>
              <a:rPr dirty="0"/>
              <a:t>, </a:t>
            </a:r>
            <a:r>
              <a:rPr dirty="0" err="1"/>
              <a:t>Steambuy</a:t>
            </a:r>
            <a:r>
              <a:rPr dirty="0"/>
              <a:t>, GGSEL — HTML</a:t>
            </a:r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1041975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Поиск</a:t>
            </a:r>
            <a:r>
              <a:rPr dirty="0"/>
              <a:t> (/search)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96417"/>
            <a:ext cx="3813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Алиасы</a:t>
            </a:r>
            <a:r>
              <a:rPr sz="2400" dirty="0"/>
              <a:t> + fuzzy-</a:t>
            </a:r>
            <a:r>
              <a:rPr sz="2400" dirty="0" err="1"/>
              <a:t>поиск</a:t>
            </a:r>
            <a:endParaRPr sz="2400"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Параллельный</a:t>
            </a:r>
            <a:r>
              <a:rPr sz="2400" dirty="0"/>
              <a:t> </a:t>
            </a:r>
            <a:r>
              <a:rPr sz="2400" dirty="0" err="1"/>
              <a:t>сбор</a:t>
            </a:r>
            <a:r>
              <a:rPr sz="2400" dirty="0"/>
              <a:t> </a:t>
            </a:r>
            <a:r>
              <a:rPr sz="2400" dirty="0" err="1"/>
              <a:t>цен</a:t>
            </a:r>
            <a:endParaRPr sz="2400"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Сортировка</a:t>
            </a:r>
            <a:r>
              <a:rPr sz="2400" dirty="0"/>
              <a:t> </a:t>
            </a:r>
            <a:r>
              <a:rPr sz="2400" dirty="0" err="1"/>
              <a:t>от</a:t>
            </a:r>
            <a:r>
              <a:rPr sz="2400" dirty="0"/>
              <a:t> </a:t>
            </a:r>
            <a:r>
              <a:rPr sz="2400" dirty="0" err="1"/>
              <a:t>дешёвого</a:t>
            </a:r>
            <a:endParaRPr sz="2400"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sz="2400" dirty="0"/>
              <a:t>• DLC, </a:t>
            </a:r>
            <a:r>
              <a:rPr sz="2400" dirty="0" err="1"/>
              <a:t>AppID</a:t>
            </a:r>
            <a:r>
              <a:rPr sz="2400" dirty="0"/>
              <a:t>, </a:t>
            </a:r>
            <a:r>
              <a:rPr sz="2400" dirty="0" err="1"/>
              <a:t>CheapShark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Wishlist и планировщик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7375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6EDF3"/>
                </a:solidFill>
              </a:defRPr>
            </a:pPr>
            <a:r>
              <a:rPr dirty="0"/>
              <a:t>/add — URL + </a:t>
            </a:r>
            <a:r>
              <a:rPr dirty="0" err="1"/>
              <a:t>порог</a:t>
            </a:r>
            <a:r>
              <a:rPr dirty="0"/>
              <a:t> в </a:t>
            </a:r>
            <a:r>
              <a:rPr dirty="0" err="1"/>
              <a:t>рублях</a:t>
            </a:r>
            <a:endParaRPr dirty="0"/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/>
              <a:t>Wishlist — </a:t>
            </a:r>
            <a:r>
              <a:rPr dirty="0" err="1"/>
              <a:t>каждые</a:t>
            </a:r>
            <a:r>
              <a:rPr dirty="0"/>
              <a:t> 2 ч</a:t>
            </a:r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 err="1"/>
              <a:t>Раздачи</a:t>
            </a:r>
            <a:r>
              <a:rPr dirty="0"/>
              <a:t> — 24 ч</a:t>
            </a:r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 err="1"/>
              <a:t>Патчи</a:t>
            </a:r>
            <a:r>
              <a:rPr dirty="0"/>
              <a:t> Steam — 6 ч</a:t>
            </a:r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  <a:p>
            <a:pPr>
              <a:defRPr sz="2200">
                <a:solidFill>
                  <a:srgbClr val="E6EDF3"/>
                </a:solidFill>
              </a:defRPr>
            </a:pPr>
            <a:r>
              <a:rPr dirty="0" err="1"/>
              <a:t>цена</a:t>
            </a:r>
            <a:r>
              <a:rPr dirty="0"/>
              <a:t> ≤ </a:t>
            </a:r>
            <a:r>
              <a:rPr dirty="0" err="1"/>
              <a:t>порог</a:t>
            </a:r>
            <a:r>
              <a:rPr dirty="0"/>
              <a:t> → </a:t>
            </a:r>
            <a:r>
              <a:rPr dirty="0" err="1"/>
              <a:t>уведомление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База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D172B9-3C02-57FE-0C8F-2D04E9D6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80" b="5630"/>
          <a:stretch>
            <a:fillRect/>
          </a:stretch>
        </p:blipFill>
        <p:spPr>
          <a:xfrm>
            <a:off x="296504" y="1499616"/>
            <a:ext cx="8685260" cy="4901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52728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rPr dirty="0" err="1"/>
              <a:t>Результаты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112264"/>
            <a:ext cx="47548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✓ </a:t>
            </a:r>
            <a:r>
              <a:rPr dirty="0" err="1"/>
              <a:t>Рабочий</a:t>
            </a:r>
            <a:r>
              <a:rPr dirty="0"/>
              <a:t> Telegram-</a:t>
            </a:r>
            <a:r>
              <a:rPr dirty="0" err="1"/>
              <a:t>бот</a:t>
            </a:r>
            <a:endParaRPr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✓ 4+ </a:t>
            </a:r>
            <a:r>
              <a:rPr dirty="0" err="1"/>
              <a:t>источника</a:t>
            </a:r>
            <a:r>
              <a:rPr dirty="0"/>
              <a:t> </a:t>
            </a:r>
            <a:r>
              <a:rPr dirty="0" err="1"/>
              <a:t>цен</a:t>
            </a:r>
            <a:endParaRPr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✓ </a:t>
            </a:r>
            <a:r>
              <a:rPr dirty="0" err="1"/>
              <a:t>Автоуведомления</a:t>
            </a:r>
            <a:r>
              <a:rPr dirty="0"/>
              <a:t> </a:t>
            </a:r>
            <a:r>
              <a:rPr dirty="0" err="1"/>
              <a:t>wishlist</a:t>
            </a:r>
            <a:endParaRPr dirty="0"/>
          </a:p>
          <a:p>
            <a:pPr>
              <a:defRPr sz="2000">
                <a:solidFill>
                  <a:srgbClr val="E6EDF3"/>
                </a:solidFill>
              </a:defRPr>
            </a:pPr>
            <a:r>
              <a:rPr dirty="0"/>
              <a:t>✓ </a:t>
            </a:r>
            <a:r>
              <a:rPr dirty="0" err="1"/>
              <a:t>График</a:t>
            </a:r>
            <a:r>
              <a:rPr dirty="0"/>
              <a:t>, 2 </a:t>
            </a:r>
            <a:r>
              <a:rPr dirty="0" err="1"/>
              <a:t>языка</a:t>
            </a:r>
            <a:endParaRPr dirty="0"/>
          </a:p>
          <a:p>
            <a:pPr>
              <a:defRPr sz="2200">
                <a:solidFill>
                  <a:srgbClr val="8B949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1E6CEF-1B69-21B8-7470-7683034C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297</Words>
  <Application>Microsoft Office PowerPoint</Application>
  <PresentationFormat>Экран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mizzzyyy .</cp:lastModifiedBy>
  <cp:revision>2</cp:revision>
  <dcterms:created xsi:type="dcterms:W3CDTF">2013-01-27T09:14:16Z</dcterms:created>
  <dcterms:modified xsi:type="dcterms:W3CDTF">2026-05-17T22:38:02Z</dcterms:modified>
  <cp:category/>
</cp:coreProperties>
</file>